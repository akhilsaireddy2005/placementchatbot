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230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Text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Intelligent College Placement Support System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Using NLP &amp;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A9F6F-7D03-D888-74D8-E9B6F1E99356}"/>
              </a:ext>
            </a:extLst>
          </p:cNvPr>
          <p:cNvSpPr txBox="1"/>
          <p:nvPr/>
        </p:nvSpPr>
        <p:spPr>
          <a:xfrm>
            <a:off x="4572000" y="5847060"/>
            <a:ext cx="5210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Group-11</a:t>
            </a:r>
            <a:br>
              <a:rPr lang="en-IN" dirty="0"/>
            </a:br>
            <a:r>
              <a:rPr lang="en-US" dirty="0"/>
              <a:t>2310080022: JAGGAVARAPU AKHIL SAI REDDY 2310080007: MOHAMMED SHOAIB HANNAN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Uses NLP &amp; ML to analyze resumes</a:t>
            </a:r>
          </a:p>
          <a:p>
            <a:pPr marL="0" indent="0">
              <a:buNone/>
            </a:pPr>
            <a:r>
              <a:rPr dirty="0"/>
              <a:t>• Extracts skills, education, experience</a:t>
            </a:r>
          </a:p>
          <a:p>
            <a:pPr marL="0" indent="0">
              <a:buNone/>
            </a:pPr>
            <a:r>
              <a:rPr dirty="0"/>
              <a:t>• Automates placement process</a:t>
            </a:r>
          </a:p>
          <a:p>
            <a:pPr marL="0" indent="0">
              <a:buNone/>
            </a:pPr>
            <a:r>
              <a:rPr dirty="0"/>
              <a:t>• Reduces bias and improves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Automate resume screening</a:t>
            </a:r>
          </a:p>
          <a:p>
            <a:pPr marL="0" indent="0">
              <a:buNone/>
            </a:pPr>
            <a:r>
              <a:rPr dirty="0"/>
              <a:t>• Match students with jobs</a:t>
            </a:r>
          </a:p>
          <a:p>
            <a:pPr marL="0" indent="0">
              <a:buNone/>
            </a:pPr>
            <a:r>
              <a:rPr dirty="0"/>
              <a:t>• Provide feedback</a:t>
            </a:r>
          </a:p>
          <a:p>
            <a:pPr marL="0" indent="0">
              <a:buNone/>
            </a:pPr>
            <a:r>
              <a:rPr dirty="0"/>
              <a:t>• Improve placement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Early systems: Rule-based parsing</a:t>
            </a:r>
          </a:p>
          <a:p>
            <a:pPr marL="0" indent="0">
              <a:buNone/>
            </a:pPr>
            <a:r>
              <a:rPr dirty="0"/>
              <a:t>• Similarity techniques (cosine, Jaccard)</a:t>
            </a:r>
          </a:p>
          <a:p>
            <a:pPr marL="0" indent="0">
              <a:buNone/>
            </a:pPr>
            <a:r>
              <a:rPr dirty="0"/>
              <a:t>• Advanced models: BERT, Deep Learning</a:t>
            </a:r>
          </a:p>
          <a:p>
            <a:pPr marL="0" indent="0">
              <a:buNone/>
            </a:pPr>
            <a:r>
              <a:rPr dirty="0"/>
              <a:t>• Use of NER for better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Collection</a:t>
            </a:r>
          </a:p>
          <a:p>
            <a:pPr marL="0" indent="0">
              <a:buNone/>
            </a:pPr>
            <a:r>
              <a:rPr dirty="0"/>
              <a:t>• Resume Parsing</a:t>
            </a:r>
          </a:p>
          <a:p>
            <a:pPr marL="0" indent="0">
              <a:buNone/>
            </a:pPr>
            <a:r>
              <a:rPr dirty="0"/>
              <a:t>• Preprocessing</a:t>
            </a:r>
          </a:p>
          <a:p>
            <a:pPr marL="0" indent="0">
              <a:buNone/>
            </a:pPr>
            <a:r>
              <a:rPr dirty="0"/>
              <a:t>• Feature Extraction</a:t>
            </a:r>
          </a:p>
          <a:p>
            <a:pPr marL="0" indent="0">
              <a:buNone/>
            </a:pPr>
            <a:r>
              <a:rPr dirty="0"/>
              <a:t>• Classification &amp; Matching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Resumes uploaded via React frontend</a:t>
            </a:r>
          </a:p>
          <a:p>
            <a:pPr marL="0" indent="0">
              <a:buNone/>
            </a:pPr>
            <a:r>
              <a:rPr dirty="0"/>
              <a:t>• Supports PDF &amp; DOCX</a:t>
            </a:r>
          </a:p>
          <a:p>
            <a:pPr marL="0" indent="0">
              <a:buNone/>
            </a:pPr>
            <a:r>
              <a:rPr dirty="0"/>
              <a:t>• Stored in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Parsing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Extract text using parsers/OCR</a:t>
            </a:r>
          </a:p>
          <a:p>
            <a:pPr marL="0" indent="0">
              <a:buNone/>
            </a:pPr>
            <a:r>
              <a:rPr dirty="0"/>
              <a:t>• Clean and tokenize text</a:t>
            </a:r>
          </a:p>
          <a:p>
            <a:pPr marL="0" indent="0">
              <a:buNone/>
            </a:pPr>
            <a:r>
              <a:rPr dirty="0"/>
              <a:t>• Remove </a:t>
            </a:r>
            <a:r>
              <a:rPr dirty="0" err="1"/>
              <a:t>stopwords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Extract skills, education, projects</a:t>
            </a:r>
          </a:p>
          <a:p>
            <a:pPr marL="0" indent="0">
              <a:buNone/>
            </a:pPr>
            <a:r>
              <a:rPr dirty="0"/>
              <a:t>• Use NLP &amp; NER techniques</a:t>
            </a:r>
          </a:p>
          <a:p>
            <a:pPr marL="0" indent="0">
              <a:buNone/>
            </a:pPr>
            <a:r>
              <a:rPr dirty="0"/>
              <a:t>• Convert to structured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&amp;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ML models: Naive Bayes, SVM</a:t>
            </a:r>
          </a:p>
          <a:p>
            <a:pPr marL="0" indent="0">
              <a:buNone/>
            </a:pPr>
            <a:r>
              <a:rPr dirty="0"/>
              <a:t>• Match resumes with job descriptions</a:t>
            </a:r>
          </a:p>
          <a:p>
            <a:pPr marL="0" indent="0">
              <a:buNone/>
            </a:pPr>
            <a:r>
              <a:rPr dirty="0"/>
              <a:t>• Use cosine similarity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Ranking &amp;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Rank candidates based on scores</a:t>
            </a:r>
          </a:p>
          <a:p>
            <a:pPr marL="0" indent="0">
              <a:buNone/>
            </a:pPr>
            <a:r>
              <a:rPr dirty="0"/>
              <a:t>• Provide improvement suggestions</a:t>
            </a:r>
          </a:p>
          <a:p>
            <a:pPr marL="0" indent="0">
              <a:buNone/>
            </a:pPr>
            <a:r>
              <a:rPr dirty="0"/>
              <a:t>• Identify skill gaps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Frontend: React</a:t>
            </a:r>
          </a:p>
          <a:p>
            <a:pPr marL="0" indent="0">
              <a:buNone/>
            </a:pPr>
            <a:r>
              <a:rPr dirty="0"/>
              <a:t>• Backend: APIs</a:t>
            </a:r>
          </a:p>
          <a:p>
            <a:pPr marL="0" indent="0">
              <a:buNone/>
            </a:pPr>
            <a:r>
              <a:rPr dirty="0"/>
              <a:t>• Database: MongoDB</a:t>
            </a:r>
          </a:p>
          <a:p>
            <a:pPr marL="0" indent="0">
              <a:buNone/>
            </a:pPr>
            <a:r>
              <a:rPr dirty="0"/>
              <a:t>• Scalable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Skills extracted</a:t>
            </a:r>
          </a:p>
          <a:p>
            <a:pPr marL="0" indent="0">
              <a:buNone/>
            </a:pPr>
            <a:r>
              <a:rPr dirty="0"/>
              <a:t>• Matching scores</a:t>
            </a:r>
          </a:p>
          <a:p>
            <a:pPr marL="0" indent="0">
              <a:buNone/>
            </a:pPr>
            <a:r>
              <a:rPr dirty="0"/>
              <a:t>• Candidate ranking</a:t>
            </a:r>
          </a:p>
          <a:p>
            <a:pPr marL="0" indent="0">
              <a:buNone/>
            </a:pPr>
            <a:r>
              <a:rPr dirty="0"/>
              <a:t>•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Improves placement efficiency</a:t>
            </a:r>
          </a:p>
          <a:p>
            <a:pPr marL="0" indent="0">
              <a:buNone/>
            </a:pPr>
            <a:r>
              <a:rPr dirty="0"/>
              <a:t>• Reduces manual effort</a:t>
            </a:r>
          </a:p>
          <a:p>
            <a:pPr marL="0" indent="0">
              <a:buNone/>
            </a:pPr>
            <a:r>
              <a:rPr dirty="0"/>
              <a:t>• Provides fair evaluation</a:t>
            </a:r>
          </a:p>
          <a:p>
            <a:pPr marL="0" indent="0">
              <a:buNone/>
            </a:pPr>
            <a:r>
              <a:rPr dirty="0"/>
              <a:t>• Enhances student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Resume Text Analytics</vt:lpstr>
      <vt:lpstr>Introduction</vt:lpstr>
      <vt:lpstr>Objectives</vt:lpstr>
      <vt:lpstr>Literature Review</vt:lpstr>
      <vt:lpstr>Methodology Overview</vt:lpstr>
      <vt:lpstr>Data Collection</vt:lpstr>
      <vt:lpstr>Parsing &amp; Preprocessing</vt:lpstr>
      <vt:lpstr>Feature Extraction</vt:lpstr>
      <vt:lpstr>Classification &amp; Matching</vt:lpstr>
      <vt:lpstr>Ranking &amp; Feedback</vt:lpstr>
      <vt:lpstr>System Architecture</vt:lpstr>
      <vt:lpstr>Output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Jaggavarapu</cp:lastModifiedBy>
  <cp:revision>3</cp:revision>
  <dcterms:created xsi:type="dcterms:W3CDTF">2013-01-27T09:14:16Z</dcterms:created>
  <dcterms:modified xsi:type="dcterms:W3CDTF">2026-04-05T06:45:38Z</dcterms:modified>
  <cp:category/>
</cp:coreProperties>
</file>